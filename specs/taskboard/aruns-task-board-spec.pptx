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68022" y="1765995"/>
            <a:ext cx="4807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ARUN'S TASK 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180924" y="2451795"/>
            <a:ext cx="478215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800"/>
              </a:spcAft>
              <a:buNone/>
            </a:pPr>
            <a:r>
              <a:rPr lang="en-US" sz="13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File-Based Project Orchestration for AI-Assisted Development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741414" y="3187005"/>
            <a:ext cx="1044625" cy="3810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76539" y="3187005"/>
            <a:ext cx="1159073" cy="3810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26112" y="3187005"/>
            <a:ext cx="1076474" cy="3810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4629150"/>
            <a:ext cx="83553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 Prakash • January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236762"/>
            <a:ext cx="5676900" cy="624632"/>
          </a:xfrm>
          <a:prstGeom prst="roundRect">
            <a:avLst>
              <a:gd name="adj" fmla="val 1219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236762"/>
            <a:ext cx="0" cy="624632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370112"/>
            <a:ext cx="54406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Heavy Tooling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71500" y="1581448"/>
            <a:ext cx="54406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Jira, Linear, Notion require accounts, APIs, subscriptions. Overkill for solo projects.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1975693"/>
            <a:ext cx="5676900" cy="624632"/>
          </a:xfrm>
          <a:prstGeom prst="roundRect">
            <a:avLst>
              <a:gd name="adj" fmla="val 1219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1975693"/>
            <a:ext cx="0" cy="624632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2109043"/>
            <a:ext cx="54406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Integration Gap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71500" y="2320379"/>
            <a:ext cx="54406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agents can't easily read/write to these tools. MCP complexity, API keys.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2714625"/>
            <a:ext cx="5676900" cy="624632"/>
          </a:xfrm>
          <a:prstGeom prst="roundRect">
            <a:avLst>
              <a:gd name="adj" fmla="val 1219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714625"/>
            <a:ext cx="0" cy="624632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2847975"/>
            <a:ext cx="54406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Traceability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71500" y="3059311"/>
            <a:ext cx="54406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Ideas scattered across notes, Slack, emails. No clear path from idea to shipped.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453557"/>
            <a:ext cx="5676900" cy="624632"/>
          </a:xfrm>
          <a:prstGeom prst="roundRect">
            <a:avLst>
              <a:gd name="adj" fmla="val 1219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3453557"/>
            <a:ext cx="0" cy="624632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" y="3586907"/>
            <a:ext cx="54406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Loss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71500" y="3798243"/>
            <a:ext cx="54406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new Claude chat starts from zero. PRDs, decisions, progress - all lost.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286500" y="1864221"/>
            <a:ext cx="2476500" cy="1586508"/>
          </a:xfrm>
          <a:prstGeom prst="roundRect">
            <a:avLst>
              <a:gd name="adj" fmla="val 7205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86525" y="2064246"/>
            <a:ext cx="21179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300"/>
              </a:spcAft>
              <a:buNone/>
            </a:pPr>
            <a:r>
              <a:rPr lang="en-US" sz="30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86525" y="2483346"/>
            <a:ext cx="2117979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i="1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want my AI agents to pick up exactly where I left off, with full project context.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486525" y="3117354"/>
            <a:ext cx="21179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Every developer using AI assistants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9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ARUN'S TASK BOARD • Problem Statement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2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2100" dirty="0"/>
          </a:p>
        </p:txBody>
      </p:sp>
      <p:pic>
        <p:nvPicPr>
          <p:cNvPr id="3" name="Image 0" descr="/tmp/rasterized-gradient-8df8a5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781050"/>
            <a:ext cx="8382000" cy="731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933450"/>
            <a:ext cx="816102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lightweight, file-based task dashboard where both humans AND AI agents can read/write project state directly.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81000" y="1963192"/>
            <a:ext cx="2705100" cy="1712268"/>
          </a:xfrm>
          <a:prstGeom prst="roundRect">
            <a:avLst>
              <a:gd name="adj" fmla="val 445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2925" y="2125117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42925" y="2677567"/>
            <a:ext cx="24288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File-Based Architecture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2925" y="3073747"/>
            <a:ext cx="2428875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+ Markdown files. No database, no API keys, no cloud dependency. Git-friendly and portable.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219450" y="1963192"/>
            <a:ext cx="2705100" cy="1712268"/>
          </a:xfrm>
          <a:prstGeom prst="roundRect">
            <a:avLst>
              <a:gd name="adj" fmla="val 445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381375" y="2125117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81375" y="2677567"/>
            <a:ext cx="24288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Agent-Native Design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381375" y="3073747"/>
            <a:ext cx="2428875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agents read projects.json, tasks.json, inbox.md directly. No MCP setup, no integration complexity.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6057900" y="1963192"/>
            <a:ext cx="2705100" cy="1712268"/>
          </a:xfrm>
          <a:prstGeom prst="roundRect">
            <a:avLst>
              <a:gd name="adj" fmla="val 445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219825" y="2125117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219825" y="2677567"/>
            <a:ext cx="24288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Pipeline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19825" y="3073747"/>
            <a:ext cx="2428875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stages from idea to shipped product. Every stage produces tangible documents for full traceability.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4126260"/>
            <a:ext cx="8382000" cy="407640"/>
          </a:xfrm>
          <a:prstGeom prst="roundRect">
            <a:avLst>
              <a:gd name="adj" fmla="val 18693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42925" y="4250085"/>
            <a:ext cx="82193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Files are the universal interface. Humans edit them in IDEs. Agents read/write them directly. Git tracks all changes.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ARUN'S TASK BOARD • Solution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0550" y="1802160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007" y="2545110"/>
            <a:ext cx="27370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24185" y="2889796"/>
            <a:ext cx="475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485900" y="2279303"/>
            <a:ext cx="2785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11400" y="1913632"/>
            <a:ext cx="5321201" cy="998190"/>
          </a:xfrm>
          <a:prstGeom prst="roundRect">
            <a:avLst>
              <a:gd name="adj" fmla="val 9542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13636" y="2066032"/>
            <a:ext cx="51167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 FILE SYSTEM (Single Source of Truth)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63800" y="2473672"/>
            <a:ext cx="1182737" cy="285750"/>
          </a:xfrm>
          <a:prstGeom prst="roundRect">
            <a:avLst>
              <a:gd name="adj" fmla="val 2000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59050" y="2549872"/>
            <a:ext cx="1012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projects.json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41787" y="2473672"/>
            <a:ext cx="1182737" cy="285750"/>
          </a:xfrm>
          <a:prstGeom prst="roundRect">
            <a:avLst>
              <a:gd name="adj" fmla="val 2000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37037" y="2549872"/>
            <a:ext cx="1012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tasks.json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19774" y="2473672"/>
            <a:ext cx="1182737" cy="285750"/>
          </a:xfrm>
          <a:prstGeom prst="roundRect">
            <a:avLst>
              <a:gd name="adj" fmla="val 2000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15024" y="2549872"/>
            <a:ext cx="1012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inbox.md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897761" y="2473672"/>
            <a:ext cx="1182737" cy="285750"/>
          </a:xfrm>
          <a:prstGeom prst="roundRect">
            <a:avLst>
              <a:gd name="adj" fmla="val 2000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93011" y="2549872"/>
            <a:ext cx="1012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.taskboard/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385000" y="2279303"/>
            <a:ext cx="2785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⟷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20050" y="1802160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A37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28682" y="2545110"/>
            <a:ext cx="5263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8135689" y="2889796"/>
            <a:ext cx="308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1000" y="4177754"/>
            <a:ext cx="2009775" cy="356146"/>
          </a:xfrm>
          <a:prstGeom prst="roundRect">
            <a:avLst>
              <a:gd name="adj" fmla="val 16047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3875" y="4282529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API keys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2505075" y="4177754"/>
            <a:ext cx="2009775" cy="356146"/>
          </a:xfrm>
          <a:prstGeom prst="roundRect">
            <a:avLst>
              <a:gd name="adj" fmla="val 16047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647950" y="4282529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Git tracks changes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29150" y="4177754"/>
            <a:ext cx="2009775" cy="356146"/>
          </a:xfrm>
          <a:prstGeom prst="roundRect">
            <a:avLst>
              <a:gd name="adj" fmla="val 16047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72025" y="4282529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Works offline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753225" y="4177754"/>
            <a:ext cx="2009775" cy="356146"/>
          </a:xfrm>
          <a:prstGeom prst="roundRect">
            <a:avLst>
              <a:gd name="adj" fmla="val 16047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96100" y="4282529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Human + AI edit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ARUN'S TASK BOARD •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Pipeline: 15 Stages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5750" y="1675507"/>
            <a:ext cx="1516410" cy="1474291"/>
          </a:xfrm>
          <a:prstGeom prst="roundRect">
            <a:avLst>
              <a:gd name="adj" fmla="val 387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85750" y="1689795"/>
            <a:ext cx="1516410" cy="0"/>
          </a:xfrm>
          <a:prstGeom prst="line">
            <a:avLst/>
          </a:prstGeom>
          <a:noFill/>
          <a:ln w="28575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1950" y="1780282"/>
            <a:ext cx="1391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DESIGN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1950" y="2123182"/>
            <a:ext cx="1364010" cy="196155"/>
          </a:xfrm>
          <a:prstGeom prst="roundRect">
            <a:avLst>
              <a:gd name="adj" fmla="val 1456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2161282"/>
            <a:ext cx="12747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Conception → idea.md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61950" y="2500313"/>
            <a:ext cx="1364010" cy="196155"/>
          </a:xfrm>
          <a:prstGeom prst="roundRect">
            <a:avLst>
              <a:gd name="adj" fmla="val 1456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9100" y="2538413"/>
            <a:ext cx="12747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→ discovery.md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61950" y="2877443"/>
            <a:ext cx="1364010" cy="196155"/>
          </a:xfrm>
          <a:prstGeom prst="roundRect">
            <a:avLst>
              <a:gd name="adj" fmla="val 1456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9100" y="2915543"/>
            <a:ext cx="12747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→ APP_PRD.md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1859310" y="2319338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036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49810" y="1555552"/>
            <a:ext cx="1516410" cy="1714202"/>
          </a:xfrm>
          <a:prstGeom prst="roundRect">
            <a:avLst>
              <a:gd name="adj" fmla="val 376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049810" y="1569839"/>
            <a:ext cx="1516410" cy="0"/>
          </a:xfrm>
          <a:prstGeom prst="line">
            <a:avLst/>
          </a:prstGeom>
          <a:noFill/>
          <a:ln w="28575">
            <a:solidFill>
              <a:srgbClr val="A371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6010" y="1660327"/>
            <a:ext cx="1391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ENGINEERING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26010" y="2003227"/>
            <a:ext cx="1364010" cy="316111"/>
          </a:xfrm>
          <a:prstGeom prst="roundRect">
            <a:avLst>
              <a:gd name="adj" fmla="val 904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83160" y="2041327"/>
            <a:ext cx="12747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→ ARCHITECTURE.md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2126010" y="2500313"/>
            <a:ext cx="1364010" cy="316111"/>
          </a:xfrm>
          <a:prstGeom prst="roundRect">
            <a:avLst>
              <a:gd name="adj" fmla="val 904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83160" y="2538413"/>
            <a:ext cx="12747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Planning → TEST_CASES.md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2126010" y="2997398"/>
            <a:ext cx="1364010" cy="196155"/>
          </a:xfrm>
          <a:prstGeom prst="roundRect">
            <a:avLst>
              <a:gd name="adj" fmla="val 1456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83160" y="3035498"/>
            <a:ext cx="12747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→ review-notes.md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623370" y="2319338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036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13870" y="1675507"/>
            <a:ext cx="1516410" cy="1474291"/>
          </a:xfrm>
          <a:prstGeom prst="roundRect">
            <a:avLst>
              <a:gd name="adj" fmla="val 387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813870" y="1689795"/>
            <a:ext cx="1516410" cy="0"/>
          </a:xfrm>
          <a:prstGeom prst="line">
            <a:avLst/>
          </a:prstGeom>
          <a:noFill/>
          <a:ln w="28575">
            <a:solidFill>
              <a:srgbClr val="F088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90070" y="1780282"/>
            <a:ext cx="1391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BUILD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890070" y="2123182"/>
            <a:ext cx="1364010" cy="196155"/>
          </a:xfrm>
          <a:prstGeom prst="roundRect">
            <a:avLst>
              <a:gd name="adj" fmla="val 1456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47220" y="2161282"/>
            <a:ext cx="12747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→ dev-log.md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3890070" y="2500313"/>
            <a:ext cx="1364010" cy="196155"/>
          </a:xfrm>
          <a:prstGeom prst="roundRect">
            <a:avLst>
              <a:gd name="adj" fmla="val 1456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947220" y="2538413"/>
            <a:ext cx="12747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→ test-results.md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3890070" y="2877443"/>
            <a:ext cx="1364010" cy="196155"/>
          </a:xfrm>
          <a:prstGeom prst="roundRect">
            <a:avLst>
              <a:gd name="adj" fmla="val 1456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947220" y="2915543"/>
            <a:ext cx="12747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Staging → staging-checklist.md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5387429" y="2319338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036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577929" y="1615529"/>
            <a:ext cx="1516410" cy="1594247"/>
          </a:xfrm>
          <a:prstGeom prst="roundRect">
            <a:avLst>
              <a:gd name="adj" fmla="val 376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577929" y="1629817"/>
            <a:ext cx="1516410" cy="0"/>
          </a:xfrm>
          <a:prstGeom prst="line">
            <a:avLst/>
          </a:prstGeom>
          <a:noFill/>
          <a:ln w="28575">
            <a:solidFill>
              <a:srgbClr val="2386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4129" y="1720304"/>
            <a:ext cx="1391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LAUNCH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654129" y="2063204"/>
            <a:ext cx="1364010" cy="196155"/>
          </a:xfrm>
          <a:prstGeom prst="roundRect">
            <a:avLst>
              <a:gd name="adj" fmla="val 1456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11279" y="2101304"/>
            <a:ext cx="12747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→ deployment.md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5654129" y="2440335"/>
            <a:ext cx="1364010" cy="196155"/>
          </a:xfrm>
          <a:prstGeom prst="roundRect">
            <a:avLst>
              <a:gd name="adj" fmla="val 1456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711279" y="2478435"/>
            <a:ext cx="12747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Announce → linkedin-post.md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5654129" y="2817465"/>
            <a:ext cx="1364010" cy="316111"/>
          </a:xfrm>
          <a:prstGeom prst="roundRect">
            <a:avLst>
              <a:gd name="adj" fmla="val 904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711279" y="2855565"/>
            <a:ext cx="12747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Walkthrough → WALKTHROUGH.md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7151489" y="2319338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036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341989" y="1615529"/>
            <a:ext cx="1516410" cy="1594247"/>
          </a:xfrm>
          <a:prstGeom prst="roundRect">
            <a:avLst>
              <a:gd name="adj" fmla="val 376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7341989" y="1629817"/>
            <a:ext cx="1516410" cy="0"/>
          </a:xfrm>
          <a:prstGeom prst="line">
            <a:avLst/>
          </a:prstGeom>
          <a:noFill/>
          <a:ln w="28575">
            <a:solidFill>
              <a:srgbClr val="DB61A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18189" y="1720304"/>
            <a:ext cx="1391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DB61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CLOSURE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418189" y="2063204"/>
            <a:ext cx="1364010" cy="316111"/>
          </a:xfrm>
          <a:prstGeom prst="roundRect">
            <a:avLst>
              <a:gd name="adj" fmla="val 904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475339" y="2101304"/>
            <a:ext cx="12747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 → README, CHANGELOG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7418189" y="2560290"/>
            <a:ext cx="1364010" cy="196155"/>
          </a:xfrm>
          <a:prstGeom prst="roundRect">
            <a:avLst>
              <a:gd name="adj" fmla="val 1456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475339" y="2598390"/>
            <a:ext cx="12747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→ portfolio-entry.md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7418189" y="2937421"/>
            <a:ext cx="1364010" cy="196155"/>
          </a:xfrm>
          <a:prstGeom prst="roundRect">
            <a:avLst>
              <a:gd name="adj" fmla="val 1456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475339" y="2975521"/>
            <a:ext cx="12747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Retrospective → retro.md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285750" y="3345954"/>
            <a:ext cx="8572500" cy="356146"/>
          </a:xfrm>
          <a:prstGeom prst="roundRect">
            <a:avLst>
              <a:gd name="adj" fmla="val 16047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65189" y="3450729"/>
            <a:ext cx="84136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Principle: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Every stage MUST produce tangible outputs. No stage is complete without documented artifacts.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285750" y="4781550"/>
            <a:ext cx="8743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ARUN'S TASK BOARD • Pipeline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Schemas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5750" y="1009650"/>
            <a:ext cx="2057400" cy="3238351"/>
          </a:xfrm>
          <a:prstGeom prst="roundRect">
            <a:avLst>
              <a:gd name="adj" fmla="val 2778"/>
            </a:avLst>
          </a:prstGeom>
          <a:solidFill>
            <a:srgbClr val="161B22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9575" y="1133475"/>
            <a:ext cx="18459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projects.json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409575" y="1508671"/>
            <a:ext cx="1809750" cy="2286000"/>
          </a:xfrm>
          <a:prstGeom prst="roundRect">
            <a:avLst>
              <a:gd name="adj" fmla="val 210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5775" y="1584871"/>
            <a:ext cx="1690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5775" y="1851571"/>
            <a:ext cx="1690497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"id":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"taskboard"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5775" y="2118271"/>
            <a:ext cx="1690497" cy="5334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"name":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"Task Board"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5775" y="2651671"/>
            <a:ext cx="1690497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"stage":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"build"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5775" y="2918371"/>
            <a:ext cx="1690497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"priority":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"P1"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5775" y="3185071"/>
            <a:ext cx="1690497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"complexity":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"F"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5775" y="3451771"/>
            <a:ext cx="1690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9575" y="4004221"/>
            <a:ext cx="18459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metadata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2457450" y="876300"/>
            <a:ext cx="2057400" cy="3505051"/>
          </a:xfrm>
          <a:prstGeom prst="roundRect">
            <a:avLst>
              <a:gd name="adj" fmla="val 2778"/>
            </a:avLst>
          </a:prstGeom>
          <a:solidFill>
            <a:srgbClr val="161B22"/>
          </a:solidFill>
          <a:ln w="9525">
            <a:solidFill>
              <a:srgbClr val="A371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81275" y="1000125"/>
            <a:ext cx="18459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A371F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tasks.json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581275" y="1375321"/>
            <a:ext cx="1809750" cy="2552700"/>
          </a:xfrm>
          <a:prstGeom prst="roundRect">
            <a:avLst>
              <a:gd name="adj" fmla="val 210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57475" y="1451521"/>
            <a:ext cx="1690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57475" y="1718221"/>
            <a:ext cx="1690497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"id":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"t001"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57475" y="1984921"/>
            <a:ext cx="1690497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"title":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"Build UI"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657475" y="2251621"/>
            <a:ext cx="1690497" cy="5334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"status":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"in-progress"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57475" y="2785021"/>
            <a:ext cx="1690497" cy="5334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"assignee":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"agent"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57475" y="3318421"/>
            <a:ext cx="1690497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"comments":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[...]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657475" y="3585121"/>
            <a:ext cx="1690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}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581275" y="4137571"/>
            <a:ext cx="18459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Tasks + comments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629150" y="1247775"/>
            <a:ext cx="2057400" cy="2762101"/>
          </a:xfrm>
          <a:prstGeom prst="roundRect">
            <a:avLst>
              <a:gd name="adj" fmla="val 2778"/>
            </a:avLst>
          </a:prstGeom>
          <a:solidFill>
            <a:srgbClr val="161B22"/>
          </a:solidFill>
          <a:ln w="9525">
            <a:solidFill>
              <a:srgbClr val="F088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52975" y="1371600"/>
            <a:ext cx="18459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0883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inbox.md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752975" y="1746796"/>
            <a:ext cx="1809750" cy="1809750"/>
          </a:xfrm>
          <a:prstGeom prst="roundRect">
            <a:avLst>
              <a:gd name="adj" fmla="val 210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29175" y="1822996"/>
            <a:ext cx="1690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## 2026-01-18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29175" y="2108746"/>
            <a:ext cx="16904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task to review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29175" y="2642146"/>
            <a:ext cx="1690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new task: API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29175" y="2908846"/>
            <a:ext cx="1690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P0 the bug fix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29175" y="3213646"/>
            <a:ext cx="1690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[DONE] Previous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52975" y="3766096"/>
            <a:ext cx="18459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agent notes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800850" y="1276350"/>
            <a:ext cx="2057400" cy="2704951"/>
          </a:xfrm>
          <a:prstGeom prst="roundRect">
            <a:avLst>
              <a:gd name="adj" fmla="val 2778"/>
            </a:avLst>
          </a:prstGeom>
          <a:solidFill>
            <a:srgbClr val="161B22"/>
          </a:solidFill>
          <a:ln w="9525">
            <a:solidFill>
              <a:srgbClr val="2386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924675" y="1400175"/>
            <a:ext cx="18459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23863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README LAUNCHPAD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924675" y="1775371"/>
            <a:ext cx="1809750" cy="175260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000875" y="1851571"/>
            <a:ext cx="16904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&lt;!-- LAUNCHPAD --&gt;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00875" y="2384971"/>
            <a:ext cx="1690497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"stage":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"build"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000875" y="2651671"/>
            <a:ext cx="1690497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"progress":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000875" y="2918371"/>
            <a:ext cx="1690497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"shipped":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000875" y="3185071"/>
            <a:ext cx="1690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&lt;!-- END --&gt;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924675" y="3737521"/>
            <a:ext cx="18459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README block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285750" y="4781550"/>
            <a:ext cx="8743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ARUN'S TASK BOARD • Data Schemas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Integration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5750" y="660202"/>
            <a:ext cx="4229100" cy="1771650"/>
          </a:xfrm>
          <a:prstGeom prst="roundRect">
            <a:avLst>
              <a:gd name="adj" fmla="val 322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9575" y="784027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325" y="818257"/>
            <a:ext cx="7708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READS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9575" y="1241227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~/arun-task-board/projects.json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9575" y="1507927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~/arun-task-board/tasks.json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9575" y="1774627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~/arun-task-board/inbox.md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9575" y="2041327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~/Projects/{repo}/.taskboard/docs/*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29150" y="660202"/>
            <a:ext cx="4229100" cy="1771650"/>
          </a:xfrm>
          <a:prstGeom prst="roundRect">
            <a:avLst>
              <a:gd name="adj" fmla="val 322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52975" y="784027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F088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38725" y="818257"/>
            <a:ext cx="8161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WRITES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2975" y="1241227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Updates tasks.json (status, progress)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2975" y="1507927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stage documents (PRD, Arch)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2975" y="1774627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to agent-actions.log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2975" y="2041327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Marks inbox items as [DONE]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5750" y="2527102"/>
            <a:ext cx="8572500" cy="1670596"/>
          </a:xfrm>
          <a:prstGeom prst="roundRect">
            <a:avLst>
              <a:gd name="adj" fmla="val 3421"/>
            </a:avLst>
          </a:prstGeom>
          <a:solidFill>
            <a:srgbClr val="161B22"/>
          </a:solidFill>
          <a:ln w="9525">
            <a:solidFill>
              <a:srgbClr val="A371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28625" y="2631877"/>
            <a:ext cx="8452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Agent Instruction Template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28625" y="2835622"/>
            <a:ext cx="8286750" cy="1257300"/>
          </a:xfrm>
          <a:prstGeom prst="roundRect">
            <a:avLst>
              <a:gd name="adj" fmla="val 30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4825" y="2911822"/>
            <a:ext cx="829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## Before Action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4825" y="3178522"/>
            <a:ext cx="829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Read inbox.md for instructions | 2. Read projects.json, tasks.json | 3. Check stage docs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4825" y="3483322"/>
            <a:ext cx="829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## After Action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4825" y="3750022"/>
            <a:ext cx="829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Update tasks.json | 2. Log to agent-actions.log | 3. Mark inbox [DONE]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85750" y="4292947"/>
            <a:ext cx="2071688" cy="304800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9575" y="4378672"/>
            <a:ext cx="18605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Zero setup - just read files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452688" y="4292947"/>
            <a:ext cx="2071688" cy="304800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576513" y="4378672"/>
            <a:ext cx="18605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Works with any Claude session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19625" y="4292947"/>
            <a:ext cx="2071688" cy="304800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3450" y="4378672"/>
            <a:ext cx="18605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Full context every chat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86563" y="4292947"/>
            <a:ext cx="2071688" cy="304800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10388" y="4378672"/>
            <a:ext cx="18605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Audit trail via Git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85750" y="4781550"/>
            <a:ext cx="8743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ARUN'S TASK BOARD • Agent Integration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Structure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5750" y="1419225"/>
            <a:ext cx="2472035" cy="2419201"/>
          </a:xfrm>
          <a:prstGeom prst="roundRect">
            <a:avLst>
              <a:gd name="adj" fmla="val 2362"/>
            </a:avLst>
          </a:prstGeom>
          <a:solidFill>
            <a:srgbClr val="161B22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9575" y="1543050"/>
            <a:ext cx="2268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Storage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409575" y="1899196"/>
            <a:ext cx="22688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~/arun-task-board/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409575" y="2228701"/>
            <a:ext cx="2224385" cy="1485900"/>
          </a:xfrm>
          <a:prstGeom prst="roundRect">
            <a:avLst>
              <a:gd name="adj" fmla="val 256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5775" y="2304901"/>
            <a:ext cx="211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config.json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5775" y="2571601"/>
            <a:ext cx="211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projects.json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5775" y="2838301"/>
            <a:ext cx="211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tasks.json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5775" y="3105001"/>
            <a:ext cx="211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inbox.md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5775" y="3371701"/>
            <a:ext cx="211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agent-actions.log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91135" y="885825"/>
            <a:ext cx="3361730" cy="3486001"/>
          </a:xfrm>
          <a:prstGeom prst="roundRect">
            <a:avLst>
              <a:gd name="adj" fmla="val 1700"/>
            </a:avLst>
          </a:prstGeom>
          <a:solidFill>
            <a:srgbClr val="161B22"/>
          </a:solidFill>
          <a:ln w="9525">
            <a:solidFill>
              <a:srgbClr val="A371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14960" y="1009650"/>
            <a:ext cx="31763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Per-Project (in repo)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014960" y="1365796"/>
            <a:ext cx="31763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~/Projects/{project}/.taskboard/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014960" y="1695301"/>
            <a:ext cx="3114080" cy="2552700"/>
          </a:xfrm>
          <a:prstGeom prst="roundRect">
            <a:avLst>
              <a:gd name="adj" fmla="val 149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091160" y="1771501"/>
            <a:ext cx="30209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1-design/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91160" y="2038201"/>
            <a:ext cx="3020913" cy="533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idea.md, discovery.md, APP_PRD.md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91160" y="2571601"/>
            <a:ext cx="30209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2-engineering/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91160" y="2838301"/>
            <a:ext cx="3020913" cy="533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ARCHITECTURE.md, TEST_CASES.md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91160" y="3371701"/>
            <a:ext cx="30209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3-build/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091160" y="3638401"/>
            <a:ext cx="30209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4-launch/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91160" y="3905101"/>
            <a:ext cx="30209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B61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5-closure/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86215" y="1242120"/>
            <a:ext cx="2472035" cy="2773412"/>
          </a:xfrm>
          <a:prstGeom prst="roundRect">
            <a:avLst>
              <a:gd name="adj" fmla="val 2312"/>
            </a:avLst>
          </a:prstGeom>
          <a:solidFill>
            <a:srgbClr val="161B22"/>
          </a:solidFill>
          <a:ln w="9525">
            <a:solidFill>
              <a:srgbClr val="2386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10040" y="1365945"/>
            <a:ext cx="2268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 Integration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510040" y="1722090"/>
            <a:ext cx="22688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README.md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6510040" y="2051596"/>
            <a:ext cx="2224385" cy="1524000"/>
          </a:xfrm>
          <a:prstGeom prst="roundRect">
            <a:avLst>
              <a:gd name="adj" fmla="val 25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86240" y="2127796"/>
            <a:ext cx="211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 Project Name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86240" y="2432596"/>
            <a:ext cx="211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LAUNCHPAD:START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86240" y="2699296"/>
            <a:ext cx="2113425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"stage": "build"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86240" y="2965996"/>
            <a:ext cx="2113425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"progress": 65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86240" y="3232696"/>
            <a:ext cx="211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LAUNCHPAD:END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10040" y="3785146"/>
            <a:ext cx="226887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45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Visible on GitHub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285750" y="4781550"/>
            <a:ext cx="8743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ARUN'S TASK BOARD • File Structure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UI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5750" y="1066800"/>
            <a:ext cx="8572500" cy="3009900"/>
          </a:xfrm>
          <a:prstGeom prst="roundRect">
            <a:avLst>
              <a:gd name="adj" fmla="val 1899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0525" y="118110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851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825" y="118110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088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9125" y="118110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0525" y="1371749"/>
            <a:ext cx="952500" cy="986433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6725" y="1447949"/>
            <a:ext cx="81610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66725" y="1611660"/>
            <a:ext cx="800100" cy="196155"/>
          </a:xfrm>
          <a:prstGeom prst="roundRect">
            <a:avLst>
              <a:gd name="adj" fmla="val 1456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3875" y="1649760"/>
            <a:ext cx="6995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66725" y="1836390"/>
            <a:ext cx="816102" cy="119955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66725" y="1984921"/>
            <a:ext cx="816102" cy="119955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Tasks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66725" y="2133451"/>
            <a:ext cx="816102" cy="119955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Inbox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438275" y="1343025"/>
            <a:ext cx="7315200" cy="1043880"/>
          </a:xfrm>
          <a:prstGeom prst="roundRect">
            <a:avLst>
              <a:gd name="adj" fmla="val 365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14475" y="1419225"/>
            <a:ext cx="73060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View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14475" y="1762125"/>
            <a:ext cx="1386780" cy="548580"/>
          </a:xfrm>
          <a:prstGeom prst="roundRect">
            <a:avLst>
              <a:gd name="adj" fmla="val 520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514475" y="1771650"/>
            <a:ext cx="138678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2575" y="1819275"/>
            <a:ext cx="133679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Aft>
                <a:spcPts val="300"/>
              </a:spcAft>
              <a:buNone/>
            </a:pPr>
            <a:r>
              <a:rPr lang="en-US" sz="525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525" dirty="0"/>
          </a:p>
        </p:txBody>
      </p:sp>
      <p:sp>
        <p:nvSpPr>
          <p:cNvPr id="19" name="Text 17"/>
          <p:cNvSpPr/>
          <p:nvPr/>
        </p:nvSpPr>
        <p:spPr>
          <a:xfrm>
            <a:off x="1552575" y="2103090"/>
            <a:ext cx="1310580" cy="169515"/>
          </a:xfrm>
          <a:prstGeom prst="roundRect">
            <a:avLst>
              <a:gd name="adj" fmla="val 1123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90675" y="2141190"/>
            <a:ext cx="125906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Conexus</a:t>
            </a:r>
            <a:endParaRPr lang="en-US" sz="525" dirty="0"/>
          </a:p>
        </p:txBody>
      </p:sp>
      <p:sp>
        <p:nvSpPr>
          <p:cNvPr id="21" name="Text 19"/>
          <p:cNvSpPr/>
          <p:nvPr/>
        </p:nvSpPr>
        <p:spPr>
          <a:xfrm>
            <a:off x="2958405" y="1762125"/>
            <a:ext cx="1386780" cy="548580"/>
          </a:xfrm>
          <a:prstGeom prst="roundRect">
            <a:avLst>
              <a:gd name="adj" fmla="val 520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958405" y="1771650"/>
            <a:ext cx="1386780" cy="0"/>
          </a:xfrm>
          <a:prstGeom prst="line">
            <a:avLst/>
          </a:prstGeom>
          <a:noFill/>
          <a:ln w="19050">
            <a:solidFill>
              <a:srgbClr val="A371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6505" y="1819275"/>
            <a:ext cx="133679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Aft>
                <a:spcPts val="300"/>
              </a:spcAft>
              <a:buNone/>
            </a:pPr>
            <a:r>
              <a:rPr lang="en-US" sz="525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525" dirty="0"/>
          </a:p>
        </p:txBody>
      </p:sp>
      <p:sp>
        <p:nvSpPr>
          <p:cNvPr id="24" name="Text 22"/>
          <p:cNvSpPr/>
          <p:nvPr/>
        </p:nvSpPr>
        <p:spPr>
          <a:xfrm>
            <a:off x="2996505" y="2103090"/>
            <a:ext cx="1310580" cy="169515"/>
          </a:xfrm>
          <a:prstGeom prst="roundRect">
            <a:avLst>
              <a:gd name="adj" fmla="val 1123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034605" y="2141190"/>
            <a:ext cx="125906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Tossit</a:t>
            </a:r>
            <a:endParaRPr lang="en-US" sz="525" dirty="0"/>
          </a:p>
        </p:txBody>
      </p:sp>
      <p:sp>
        <p:nvSpPr>
          <p:cNvPr id="26" name="Text 24"/>
          <p:cNvSpPr/>
          <p:nvPr/>
        </p:nvSpPr>
        <p:spPr>
          <a:xfrm>
            <a:off x="4402336" y="1762125"/>
            <a:ext cx="1386780" cy="548580"/>
          </a:xfrm>
          <a:prstGeom prst="roundRect">
            <a:avLst>
              <a:gd name="adj" fmla="val 520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402336" y="1771650"/>
            <a:ext cx="1386780" cy="0"/>
          </a:xfrm>
          <a:prstGeom prst="line">
            <a:avLst/>
          </a:prstGeom>
          <a:noFill/>
          <a:ln w="19050">
            <a:solidFill>
              <a:srgbClr val="F088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40436" y="1819275"/>
            <a:ext cx="133679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Aft>
                <a:spcPts val="300"/>
              </a:spcAft>
              <a:buNone/>
            </a:pPr>
            <a:r>
              <a:rPr lang="en-US" sz="525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525" dirty="0"/>
          </a:p>
        </p:txBody>
      </p:sp>
      <p:sp>
        <p:nvSpPr>
          <p:cNvPr id="29" name="Text 27"/>
          <p:cNvSpPr/>
          <p:nvPr/>
        </p:nvSpPr>
        <p:spPr>
          <a:xfrm>
            <a:off x="4440436" y="2103090"/>
            <a:ext cx="1310580" cy="169515"/>
          </a:xfrm>
          <a:prstGeom prst="roundRect">
            <a:avLst>
              <a:gd name="adj" fmla="val 1123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449961" y="2103090"/>
            <a:ext cx="0" cy="169515"/>
          </a:xfrm>
          <a:prstGeom prst="line">
            <a:avLst/>
          </a:prstGeom>
          <a:noFill/>
          <a:ln w="19050">
            <a:solidFill>
              <a:srgbClr val="2386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7586" y="2141190"/>
            <a:ext cx="123963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Board</a:t>
            </a:r>
            <a:endParaRPr lang="en-US" sz="525" dirty="0"/>
          </a:p>
        </p:txBody>
      </p:sp>
      <p:sp>
        <p:nvSpPr>
          <p:cNvPr id="32" name="Text 30"/>
          <p:cNvSpPr/>
          <p:nvPr/>
        </p:nvSpPr>
        <p:spPr>
          <a:xfrm>
            <a:off x="5846266" y="1923008"/>
            <a:ext cx="1386780" cy="226665"/>
          </a:xfrm>
          <a:prstGeom prst="roundRect">
            <a:avLst>
              <a:gd name="adj" fmla="val 1260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846266" y="1932533"/>
            <a:ext cx="1386780" cy="0"/>
          </a:xfrm>
          <a:prstGeom prst="line">
            <a:avLst/>
          </a:prstGeom>
          <a:noFill/>
          <a:ln w="19050">
            <a:solidFill>
              <a:srgbClr val="2386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84366" y="1980158"/>
            <a:ext cx="133679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Aft>
                <a:spcPts val="300"/>
              </a:spcAft>
              <a:buNone/>
            </a:pPr>
            <a:r>
              <a:rPr lang="en-US" sz="525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</a:t>
            </a:r>
            <a:endParaRPr lang="en-US" sz="525" dirty="0"/>
          </a:p>
        </p:txBody>
      </p:sp>
      <p:sp>
        <p:nvSpPr>
          <p:cNvPr id="35" name="Text 33"/>
          <p:cNvSpPr/>
          <p:nvPr/>
        </p:nvSpPr>
        <p:spPr>
          <a:xfrm>
            <a:off x="7290197" y="1762125"/>
            <a:ext cx="1386780" cy="548580"/>
          </a:xfrm>
          <a:prstGeom prst="roundRect">
            <a:avLst>
              <a:gd name="adj" fmla="val 520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7290197" y="1771650"/>
            <a:ext cx="1386780" cy="0"/>
          </a:xfrm>
          <a:prstGeom prst="line">
            <a:avLst/>
          </a:prstGeom>
          <a:noFill/>
          <a:ln w="19050">
            <a:solidFill>
              <a:srgbClr val="DB61A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28297" y="1819275"/>
            <a:ext cx="133679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Aft>
                <a:spcPts val="300"/>
              </a:spcAft>
              <a:buNone/>
            </a:pPr>
            <a:r>
              <a:rPr lang="en-US" sz="525" b="1" dirty="0">
                <a:solidFill>
                  <a:srgbClr val="DB61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SHIPPED</a:t>
            </a:r>
            <a:endParaRPr lang="en-US" sz="525" dirty="0"/>
          </a:p>
        </p:txBody>
      </p:sp>
      <p:sp>
        <p:nvSpPr>
          <p:cNvPr id="38" name="Text 36"/>
          <p:cNvSpPr/>
          <p:nvPr/>
        </p:nvSpPr>
        <p:spPr>
          <a:xfrm>
            <a:off x="7328297" y="2103090"/>
            <a:ext cx="1310580" cy="169515"/>
          </a:xfrm>
          <a:prstGeom prst="roundRect">
            <a:avLst>
              <a:gd name="adj" fmla="val 1123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366397" y="2141190"/>
            <a:ext cx="125906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Cinder</a:t>
            </a:r>
            <a:endParaRPr lang="en-US" sz="525" dirty="0"/>
          </a:p>
        </p:txBody>
      </p:sp>
      <p:sp>
        <p:nvSpPr>
          <p:cNvPr id="40" name="Text 38"/>
          <p:cNvSpPr/>
          <p:nvPr/>
        </p:nvSpPr>
        <p:spPr>
          <a:xfrm>
            <a:off x="285750" y="4305300"/>
            <a:ext cx="2071688" cy="247650"/>
          </a:xfrm>
          <a:prstGeom prst="roundRect">
            <a:avLst>
              <a:gd name="adj" fmla="val 15385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81000" y="4362450"/>
            <a:ext cx="1918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kanban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52688" y="4305300"/>
            <a:ext cx="2071688" cy="247650"/>
          </a:xfrm>
          <a:prstGeom prst="roundRect">
            <a:avLst>
              <a:gd name="adj" fmla="val 15385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547938" y="4362450"/>
            <a:ext cx="1918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 viewer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619625" y="4305300"/>
            <a:ext cx="2071688" cy="247650"/>
          </a:xfrm>
          <a:prstGeom prst="roundRect">
            <a:avLst>
              <a:gd name="adj" fmla="val 15385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14875" y="4362450"/>
            <a:ext cx="1918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perf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786563" y="4305300"/>
            <a:ext cx="2071688" cy="247650"/>
          </a:xfrm>
          <a:prstGeom prst="roundRect">
            <a:avLst>
              <a:gd name="adj" fmla="val 15385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881813" y="4362450"/>
            <a:ext cx="1918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watch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85750" y="4781550"/>
            <a:ext cx="8743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ARUN'S TASK BOARD • Dashboard UI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Flow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8382000" cy="2838450"/>
          </a:xfrm>
          <a:prstGeom prst="roundRect">
            <a:avLst>
              <a:gd name="adj" fmla="val 335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06822" y="1593503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1689" y="2260253"/>
            <a:ext cx="211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5723" y="2572643"/>
            <a:ext cx="427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2254300" y="1870770"/>
            <a:ext cx="12539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15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2220516" y="214878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62759" y="1593503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95935" y="2260253"/>
            <a:ext cx="602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Files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98168" y="2572643"/>
            <a:ext cx="59795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of Truth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584204" y="1870770"/>
            <a:ext cx="1686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15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571702" y="214878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18696" y="1593503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56796" y="2260253"/>
            <a:ext cx="3886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63791" y="2572643"/>
            <a:ext cx="3741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6745039" y="1870770"/>
            <a:ext cx="1685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15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732389" y="214878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79382" y="1593503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A37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72983" y="2260253"/>
            <a:ext cx="4792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52891" y="2572643"/>
            <a:ext cx="5202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Auto-updates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81000" y="3676650"/>
            <a:ext cx="8382000" cy="47625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9525">
            <a:solidFill>
              <a:srgbClr val="A371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11872" y="3808065"/>
            <a:ext cx="22284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⟷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25379" y="3841403"/>
            <a:ext cx="21146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also read/write the same files directly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81000" y="4267200"/>
            <a:ext cx="2730550" cy="28575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5300" y="4343400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sync conflicts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06800" y="4267200"/>
            <a:ext cx="2730550" cy="28575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21100" y="4343400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Git = audit trail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032599" y="4267200"/>
            <a:ext cx="2730550" cy="28575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46899" y="4343400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Portfolio always current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ARUN'S TASK BOARD • Sync Flow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5750" y="1501080"/>
            <a:ext cx="2071688" cy="1360140"/>
          </a:xfrm>
          <a:prstGeom prst="roundRect">
            <a:avLst>
              <a:gd name="adj" fmla="val 4202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9575" y="162490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9575" y="2120205"/>
            <a:ext cx="18605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Source of Truth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9575" y="2470696"/>
            <a:ext cx="18605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are the canonical state. Dashboard, agents, portfolio all read from same place.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452688" y="1501080"/>
            <a:ext cx="2071688" cy="1360140"/>
          </a:xfrm>
          <a:prstGeom prst="roundRect">
            <a:avLst>
              <a:gd name="adj" fmla="val 4202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76513" y="162490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76513" y="2120205"/>
            <a:ext cx="18605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Integration Friction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76513" y="2470696"/>
            <a:ext cx="18605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API keys, no MCP, no webhooks. Agents just read files directly.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19625" y="1501080"/>
            <a:ext cx="2071688" cy="1360140"/>
          </a:xfrm>
          <a:prstGeom prst="roundRect">
            <a:avLst>
              <a:gd name="adj" fmla="val 4202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43450" y="162490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43450" y="2120205"/>
            <a:ext cx="18605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Forced Documentation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43450" y="2470696"/>
            <a:ext cx="18605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stage requires artifacts. Full traceability from idea to shipped.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786563" y="1501080"/>
            <a:ext cx="2071688" cy="1360140"/>
          </a:xfrm>
          <a:prstGeom prst="roundRect">
            <a:avLst>
              <a:gd name="adj" fmla="val 4202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10388" y="162490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10388" y="2120205"/>
            <a:ext cx="18605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Lightweight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10388" y="2470696"/>
            <a:ext cx="18605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cloud dependency, works offline. Perfect for solo devs.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85750" y="3752850"/>
            <a:ext cx="8572500" cy="80010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85750" y="4781550"/>
            <a:ext cx="8743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ARUN'S TASK BOARD • Why It Works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5750" y="1171873"/>
            <a:ext cx="2057400" cy="2914055"/>
          </a:xfrm>
          <a:prstGeom prst="roundRect">
            <a:avLst>
              <a:gd name="adj" fmla="val 277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9575" y="1295698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09575" y="1657648"/>
            <a:ext cx="1809750" cy="418951"/>
          </a:xfrm>
          <a:prstGeom prst="roundRect">
            <a:avLst>
              <a:gd name="adj" fmla="val 90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4825" y="1733848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04825" y="1880443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UI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09575" y="2286149"/>
            <a:ext cx="1809750" cy="418951"/>
          </a:xfrm>
          <a:prstGeom prst="roundRect">
            <a:avLst>
              <a:gd name="adj" fmla="val 90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4825" y="2362349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04825" y="2508945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safety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09575" y="2914650"/>
            <a:ext cx="1809750" cy="418951"/>
          </a:xfrm>
          <a:prstGeom prst="roundRect">
            <a:avLst>
              <a:gd name="adj" fmla="val 90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4825" y="2990850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04825" y="3137446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Utility styling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09575" y="3543151"/>
            <a:ext cx="1809750" cy="418951"/>
          </a:xfrm>
          <a:prstGeom prst="roundRect">
            <a:avLst>
              <a:gd name="adj" fmla="val 90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4825" y="3619351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04825" y="3765947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mgmt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2457450" y="1171873"/>
            <a:ext cx="2057400" cy="2914055"/>
          </a:xfrm>
          <a:prstGeom prst="roundRect">
            <a:avLst>
              <a:gd name="adj" fmla="val 277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81275" y="1295698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81275" y="1657648"/>
            <a:ext cx="1809750" cy="418951"/>
          </a:xfrm>
          <a:prstGeom prst="roundRect">
            <a:avLst>
              <a:gd name="adj" fmla="val 90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76525" y="1733848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Tauri 2.0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676525" y="1880443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Rust backend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2581275" y="2286149"/>
            <a:ext cx="1809750" cy="418951"/>
          </a:xfrm>
          <a:prstGeom prst="roundRect">
            <a:avLst>
              <a:gd name="adj" fmla="val 90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676525" y="2362349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FS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676525" y="2508945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read/write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2581275" y="2914650"/>
            <a:ext cx="1809750" cy="418951"/>
          </a:xfrm>
          <a:prstGeom prst="roundRect">
            <a:avLst>
              <a:gd name="adj" fmla="val 90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676525" y="2990850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Watcher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676525" y="3137446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updates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2581275" y="3543151"/>
            <a:ext cx="1809750" cy="418951"/>
          </a:xfrm>
          <a:prstGeom prst="roundRect">
            <a:avLst>
              <a:gd name="adj" fmla="val 90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676525" y="3619351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Shell Commands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2676525" y="3765947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ops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629150" y="1171873"/>
            <a:ext cx="2057400" cy="2914055"/>
          </a:xfrm>
          <a:prstGeom prst="roundRect">
            <a:avLst>
              <a:gd name="adj" fmla="val 277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52975" y="1295698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52975" y="1657648"/>
            <a:ext cx="1809750" cy="418951"/>
          </a:xfrm>
          <a:prstGeom prst="roundRect">
            <a:avLst>
              <a:gd name="adj" fmla="val 90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48225" y="1733848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Files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848225" y="1880443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projects, tasks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752975" y="2286149"/>
            <a:ext cx="1809750" cy="418951"/>
          </a:xfrm>
          <a:prstGeom prst="roundRect">
            <a:avLst>
              <a:gd name="adj" fmla="val 90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48225" y="2362349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848225" y="2508945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docs, inbox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4752975" y="2914650"/>
            <a:ext cx="1809750" cy="418951"/>
          </a:xfrm>
          <a:prstGeom prst="roundRect">
            <a:avLst>
              <a:gd name="adj" fmla="val 90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48225" y="2990850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react-markdown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848225" y="3137446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 viewer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4752975" y="3543151"/>
            <a:ext cx="1809750" cy="418951"/>
          </a:xfrm>
          <a:prstGeom prst="roundRect">
            <a:avLst>
              <a:gd name="adj" fmla="val 90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48225" y="3619351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4848225" y="3765947"/>
            <a:ext cx="16516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control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6800850" y="1571625"/>
            <a:ext cx="2057400" cy="2114550"/>
          </a:xfrm>
          <a:prstGeom prst="roundRect">
            <a:avLst>
              <a:gd name="adj" fmla="val 2778"/>
            </a:avLst>
          </a:prstGeom>
          <a:solidFill>
            <a:srgbClr val="161B22"/>
          </a:solidFill>
          <a:ln w="9525">
            <a:solidFill>
              <a:srgbClr val="2386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924675" y="1695450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THESE?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924675" y="2057400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Tauri = 3MB vs 150MB Electron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924675" y="2400300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JSON = Human readable, diff-able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924675" y="2743200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React = Familiar ecosystem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924675" y="3086100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database = Zero setup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924675" y="3429000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File watcher = Instant updates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85750" y="4781550"/>
            <a:ext cx="8743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ARUN'S TASK BOARD • Tech Stack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5750" y="1309688"/>
            <a:ext cx="2071688" cy="2009775"/>
          </a:xfrm>
          <a:prstGeom prst="roundRect">
            <a:avLst>
              <a:gd name="adj" fmla="val 284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85750" y="1323975"/>
            <a:ext cx="2071688" cy="0"/>
          </a:xfrm>
          <a:prstGeom prst="line">
            <a:avLst/>
          </a:prstGeom>
          <a:noFill/>
          <a:ln w="28575">
            <a:solidFill>
              <a:srgbClr val="2386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0050" y="145256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7700" y="1474440"/>
            <a:ext cx="7919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 (Week 1-2)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00050" y="18716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Tauri app shell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0050" y="21383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file read/write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0050" y="24050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kanban view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0050" y="26717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project CRUD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0050" y="29384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watcher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52688" y="1309688"/>
            <a:ext cx="2071688" cy="2009775"/>
          </a:xfrm>
          <a:prstGeom prst="roundRect">
            <a:avLst>
              <a:gd name="adj" fmla="val 284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452688" y="1323975"/>
            <a:ext cx="2071687" cy="0"/>
          </a:xfrm>
          <a:prstGeom prst="line">
            <a:avLst/>
          </a:prstGeom>
          <a:noFill/>
          <a:ln w="28575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6988" y="145256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814638" y="1474440"/>
            <a:ext cx="8057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(Week 3-4)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566988" y="18716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viewer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66988" y="21383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management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66988" y="24050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Comments system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66988" y="26717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Inbox processing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566988" y="29384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integration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19625" y="1309688"/>
            <a:ext cx="2071688" cy="2009775"/>
          </a:xfrm>
          <a:prstGeom prst="roundRect">
            <a:avLst>
              <a:gd name="adj" fmla="val 284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19625" y="1323975"/>
            <a:ext cx="2071688" cy="0"/>
          </a:xfrm>
          <a:prstGeom prst="line">
            <a:avLst/>
          </a:prstGeom>
          <a:noFill/>
          <a:ln w="28575">
            <a:solidFill>
              <a:srgbClr val="A371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3925" y="145256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A37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81575" y="1474440"/>
            <a:ext cx="8830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Polish (Week 5-6)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733925" y="18716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templates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33925" y="21383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 sync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33925" y="24050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/ filters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33925" y="26717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Keyboard shortcuts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33925" y="29384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Dark/light theme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86563" y="1309688"/>
            <a:ext cx="2071688" cy="2009775"/>
          </a:xfrm>
          <a:prstGeom prst="roundRect">
            <a:avLst>
              <a:gd name="adj" fmla="val 284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786563" y="1323975"/>
            <a:ext cx="2071688" cy="0"/>
          </a:xfrm>
          <a:prstGeom prst="line">
            <a:avLst/>
          </a:prstGeom>
          <a:noFill/>
          <a:ln w="28575">
            <a:solidFill>
              <a:srgbClr val="8B94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0863" y="145256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148513" y="1474440"/>
            <a:ext cx="3326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900863" y="18716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action viewer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00863" y="21383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00863" y="24050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library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900863" y="26717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Multi-workspace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900863" y="2938463"/>
            <a:ext cx="187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integration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85750" y="4019550"/>
            <a:ext cx="8572500" cy="533400"/>
          </a:xfrm>
          <a:prstGeom prst="roundRect">
            <a:avLst>
              <a:gd name="adj" fmla="val 10714"/>
            </a:avLst>
          </a:prstGeom>
          <a:solidFill>
            <a:srgbClr val="21262D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47675" y="4124325"/>
            <a:ext cx="84136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Metrics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47675" y="4314825"/>
            <a:ext cx="84136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loads under 1 sec | Agent context under 30 sec | Zero data loss | Full traceability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85750" y="4781550"/>
            <a:ext cx="8743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ARUN'S TASK BOARD • Roadmap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3528" y="786110"/>
            <a:ext cx="14169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24000" y="1476524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70807" y="1471910"/>
            <a:ext cx="30031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are the universal interface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70807" y="1677591"/>
            <a:ext cx="30031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+ Markdown that humans and AI agents both understand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1524000" y="194310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A37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70743" y="1938486"/>
            <a:ext cx="30096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Agent-native from day one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70743" y="2144167"/>
            <a:ext cx="30096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setup - Claude reads your projects instantly, every session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524000" y="2409676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70487" y="2405063"/>
            <a:ext cx="30357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traceability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70487" y="2610743"/>
            <a:ext cx="3035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stages, every one produces artifacts, idea to shipped product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524000" y="2876252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F088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75927" y="2871639"/>
            <a:ext cx="24809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Lightweight, not enterprise bloat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75927" y="3077319"/>
            <a:ext cx="24809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cloud, no subscriptions, works offline, Git-friendly</a:t>
            </a:r>
            <a:endParaRPr lang="en-US" sz="825" dirty="0"/>
          </a:p>
        </p:txBody>
      </p:sp>
      <p:pic>
        <p:nvPicPr>
          <p:cNvPr id="15" name="Image 0" descr="/tmp/rasterized-gradient-770bc47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4034" y="3643015"/>
            <a:ext cx="1735782" cy="42862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958711" y="3757315"/>
            <a:ext cx="12264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to build 🚀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476250" y="4724400"/>
            <a:ext cx="83553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ARUN'S TASK BOARD • Arun Prakash • January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Arun's Task Board - Project Specification</dc:title>
  <dc:subject>File-Based Project Orchestration for AI-Assisted Development</dc:subject>
  <dc:creator>Arun Prakash</dc:creator>
  <cp:lastModifiedBy>Arun Prakash</cp:lastModifiedBy>
  <cp:revision>1</cp:revision>
  <dcterms:created xsi:type="dcterms:W3CDTF">2026-01-18T11:11:41Z</dcterms:created>
  <dcterms:modified xsi:type="dcterms:W3CDTF">2026-01-18T11:11:41Z</dcterms:modified>
</cp:coreProperties>
</file>